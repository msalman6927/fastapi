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C4C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C4C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280160"/>
            <a:ext cx="4206240" cy="4206240"/>
          </a:xfrm>
          <a:prstGeom prst="ellipse">
            <a:avLst/>
          </a:prstGeom>
          <a:solidFill>
            <a:srgbClr val="028090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2194560"/>
            <a:ext cx="3108960" cy="3108960"/>
          </a:xfrm>
          <a:prstGeom prst="ellipse">
            <a:avLst/>
          </a:prstGeom>
          <a:solidFill>
            <a:srgbClr val="02C39A">
              <a:alpha val="2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4480560"/>
            <a:ext cx="2011680" cy="2011680"/>
          </a:xfrm>
          <a:prstGeom prst="ellipse">
            <a:avLst/>
          </a:prstGeom>
          <a:solidFill>
            <a:srgbClr val="CFE9E7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960120"/>
            <a:ext cx="1572768" cy="47548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941832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6928" y="1737360"/>
            <a:ext cx="8778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Structure &amp; Configuration</a:t>
            </a:r>
            <a:endParaRPr lang="en-US" sz="4300" dirty="0"/>
          </a:p>
        </p:txBody>
      </p:sp>
      <p:sp>
        <p:nvSpPr>
          <p:cNvPr id="8" name="Text 6"/>
          <p:cNvSpPr/>
          <p:nvPr/>
        </p:nvSpPr>
        <p:spPr>
          <a:xfrm>
            <a:off x="566928" y="37947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bloated file to a clean package — routers, folders, and secrets in .env.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" y="580644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Engineering · Batch 5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C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FastAPI &amp; Web APIs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Goals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4297680" cy="4480560"/>
          </a:xfrm>
          <a:prstGeom prst="roundRect">
            <a:avLst>
              <a:gd name="adj" fmla="val 1915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8928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6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2313432"/>
            <a:ext cx="374904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so far lived in one file. Real apps have dozens of routes.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500-line main.py is unreadable, untestable, unmergeable.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Day 20's JWT secret is still sitting in the code…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professional layout + safe configuration.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49240" y="1691640"/>
            <a:ext cx="62755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 YOU CAN…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49240" y="2103120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349240" y="2084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52744" y="2048256"/>
            <a:ext cx="5635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routes into APIRouter modules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349240" y="2907792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5349240" y="2889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52744" y="2852928"/>
            <a:ext cx="5635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 out a scalable package structure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349240" y="3712464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5349240" y="3694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52744" y="3657600"/>
            <a:ext cx="5635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typed settings from .env with pydantic-settings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349240" y="4517136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5349240" y="4498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52744" y="4462272"/>
            <a:ext cx="5635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secrets out of git (.env vs .env.example)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349240" y="5321808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5349240" y="5303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52744" y="5266944"/>
            <a:ext cx="5635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packaged app with fastapi dev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21: Project Structure &amp; Configuration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MINI-APPS YOU PLUG 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APIRouter — routes in their own files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6766560" cy="4142232"/>
          </a:xfrm>
          <a:prstGeom prst="roundRect">
            <a:avLst>
              <a:gd name="adj" fmla="val 1987"/>
            </a:avLst>
          </a:prstGeom>
          <a:solidFill>
            <a:srgbClr val="0B2E35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37944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ROUTERS/USERS.PY + MAIN.PY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625449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79D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routers/users.py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fastapi import APIRouter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 = APIRouter(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prefix='/users',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tags=['users'])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@router.get('/')       # GET /users/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list_users(): ...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@router.get('/{uid}')  # /users/5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get_user(uid: int): ...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79D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main.py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app.include_router(users.router)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app.include_router(items.router)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0" y="1737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2103120"/>
            <a:ext cx="3852367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once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'/users' applies to every route in the file — no repetition.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group /docs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endpoints appear organized by resource.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 stays tiny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create the app, include routers. That's it.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Team-friendly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people edit different files; merge conflicts vanish.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21: Project Structure &amp; Configuration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HOME FOR EVERYTHING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folder structure you'll reuse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53949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by responsibility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routes vs models vs config vs database — each in its file.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__init__.py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marks folders as importable Python packages.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imports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inside the package: from .config import settings.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fastapi dev myapp/main.py (or uvicorn myapp.main:app).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as needed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don't over-split a tiny app; structure follows size.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373368" y="1691640"/>
            <a:ext cx="5251399" cy="3709416"/>
          </a:xfrm>
          <a:prstGeom prst="roundRect">
            <a:avLst>
              <a:gd name="adj" fmla="val 2219"/>
            </a:avLst>
          </a:prstGeom>
          <a:solidFill>
            <a:srgbClr val="0B2E35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29400" y="1837944"/>
            <a:ext cx="4739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MYAPP/ LAYOUT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629400" y="2148840"/>
            <a:ext cx="4739335" cy="3087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myapp/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__init__.py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main.py        # app + routers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config.py      # settings (.env)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database.py    # engine + session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models.py      # SQLModel/Pydantic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auth.py        # JWT + guards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routers/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__init__.py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users.py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items.py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             # SECRETS (ignored)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.env.example     # template (commit)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21: Project Structure &amp; Configuration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DONE RIGHT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pydantic-settings + .env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6766560" cy="3925824"/>
          </a:xfrm>
          <a:prstGeom prst="roundRect">
            <a:avLst>
              <a:gd name="adj" fmla="val 2096"/>
            </a:avLst>
          </a:prstGeom>
          <a:solidFill>
            <a:srgbClr val="0B2E35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37944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CONFIG.PY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6254496" cy="3304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pydantic_settings import (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BaseSettings, SettingsConfigDict)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Settings(BaseSettings):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app_name: str = 'My App'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jwt_secret: str      # REQUIRED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database_url: str = (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'sqlite:///app.db')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debug: bool = False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model_config = SettingsConfigDict(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env_file='.env')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 = Settings()  # create ONCE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79D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anywhere: settings.jwt_secret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0" y="1737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2103120"/>
            <a:ext cx="3852367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+ validated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it's Pydantic — a missing required secret fails LOUDLY at startup.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env beats .env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production injects env vars; the file is a dev convenience.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instance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create settings once, import it everywhere.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20's fix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JWT secret finally moves out of the code.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21: Project Structure &amp; Configuration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SECURITY HABIT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.env rules (memorize these)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368900" cy="2057400"/>
          </a:xfrm>
          <a:prstGeom prst="roundRect">
            <a:avLst>
              <a:gd name="adj" fmla="val 4000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89280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874520"/>
            <a:ext cx="445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.env is git-ignored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04672" y="2404872"/>
            <a:ext cx="48934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secrets never enter version control. Check your .gitignore NOW.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55868" y="1691640"/>
            <a:ext cx="5368900" cy="2057400"/>
          </a:xfrm>
          <a:prstGeom prst="roundRect">
            <a:avLst>
              <a:gd name="adj" fmla="val 4000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57036" y="189280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457036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69100" y="1874520"/>
            <a:ext cx="445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 .env.example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93612" y="2404872"/>
            <a:ext cx="48934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keys, dummy values — teammates know what to configure.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4069080"/>
            <a:ext cx="5368900" cy="2057400"/>
          </a:xfrm>
          <a:prstGeom prst="roundRect">
            <a:avLst>
              <a:gd name="adj" fmla="val 4000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68096" y="427024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4251960"/>
            <a:ext cx="445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Leaked = compromised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04672" y="4782312"/>
            <a:ext cx="48934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 pushed to GitHub is stolen within minutes. Rotate immediately.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55868" y="4069080"/>
            <a:ext cx="5368900" cy="2057400"/>
          </a:xfrm>
          <a:prstGeom prst="roundRect">
            <a:avLst>
              <a:gd name="adj" fmla="val 4000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57036" y="427024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6457036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69100" y="4251960"/>
            <a:ext cx="445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log secrets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93612" y="4782312"/>
            <a:ext cx="48934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print them, don't return them from endpoints, don't screenshot them.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21: Project Structure &amp; Configuration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4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280160"/>
            <a:ext cx="4206240" cy="4206240"/>
          </a:xfrm>
          <a:prstGeom prst="ellipse">
            <a:avLst/>
          </a:prstGeom>
          <a:solidFill>
            <a:srgbClr val="028090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2194560"/>
            <a:ext cx="3108960" cy="3108960"/>
          </a:xfrm>
          <a:prstGeom prst="ellipse">
            <a:avLst/>
          </a:prstGeom>
          <a:solidFill>
            <a:srgbClr val="02C39A">
              <a:alpha val="2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4480560"/>
            <a:ext cx="2011680" cy="2011680"/>
          </a:xfrm>
          <a:prstGeom prst="ellipse">
            <a:avLst/>
          </a:prstGeom>
          <a:solidFill>
            <a:srgbClr val="CFE9E7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9144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project is professional now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66928" y="1874520"/>
            <a:ext cx="6035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APIRouter splits routes; include_router plugs them in; main.py stays small.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place for everything: config / database / models / auth / routers.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pydantic-settings loads typed config from .env — env vars win in prod.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ignored, .env.example committed. No secrets in git. Ever.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040880" y="1874520"/>
            <a:ext cx="4583887" cy="3246120"/>
          </a:xfrm>
          <a:prstGeom prst="roundRect">
            <a:avLst>
              <a:gd name="adj" fmla="val 2817"/>
            </a:avLst>
          </a:prstGeom>
          <a:solidFill>
            <a:srgbClr val="0A455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0" y="2103120"/>
            <a:ext cx="40352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0" y="2450592"/>
            <a:ext cx="4035247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Restructure the blog app into a package with 2 routers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class driving the app title from .env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pagination dependency in its own module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add database.py + full persisted CRUD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6928" y="562356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 →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22 — Module Mini-Project</a:t>
            </a:r>
            <a:pPr indent="0" marL="0">
              <a:buNone/>
            </a:pPr>
            <a:r>
              <a:rPr lang="en-US" sz="15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 complete Task Manager API: everything, together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21: Project Structure &amp; Configuration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C4C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21 — Project Structure &amp; Configuration</dc:title>
  <dc:subject>PptxGenJS Presentation</dc:subject>
  <dc:creator>Agentic AI — Batch 5</dc:creator>
  <cp:lastModifiedBy>Agentic AI — Batch 5</cp:lastModifiedBy>
  <cp:revision>1</cp:revision>
  <dcterms:created xsi:type="dcterms:W3CDTF">2026-07-19T00:34:31Z</dcterms:created>
  <dcterms:modified xsi:type="dcterms:W3CDTF">2026-07-19T00:34:31Z</dcterms:modified>
</cp:coreProperties>
</file>