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96012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— Data Validation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shape of your data once; get validation, conversion and clear errors for free.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 · Batch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FastAPI &amp; Web APIs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297680" cy="4480560"/>
          </a:xfrm>
          <a:prstGeom prst="roundRect">
            <a:avLst>
              <a:gd name="adj" fmla="val 19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749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exchange JSON (Day 11) — but external data is UNTRUSTED.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can send age: "banana" or forget a field entirely.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if-checks for every field do not scale.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is THE prerequisite: FastAPI validates every request with 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275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52744" y="2048256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models as classes with type hints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49240" y="2907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52744" y="2852928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coercion ("25" → 25) vs ValidationError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7124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3657600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required, optional and nullable fields correctly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49240" y="45171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4498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52744" y="4462272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Field() constraints and custom validators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49240" y="53218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52744" y="5266944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model ↔ dict ↔ JSON (v2 names)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12: Pydantic — Data Validation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05156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PYDANTIC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data with Python type hints — Pydantic makes them real at runtime.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828800" y="3337560"/>
            <a:ext cx="8534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your OOP knowledge with superpowers: a class inheriting BaseModel, with an auto-generated __init__.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11200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398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9800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field against your declared types. Bad data never becomes an object.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95648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4248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24248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Coerces compatible input: the string "25" becomes int 25 (web data arrives as strings!).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0096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8696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08696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ValidationError naming the exact field, problem and bad value.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12: Pydantic — Data Validation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is just a class (Day 6 inheritance!)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925824"/>
          </a:xfrm>
          <a:prstGeom prst="roundRect">
            <a:avLst>
              <a:gd name="adj" fmla="val 209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30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User(BaseModel):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name: str              # required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age: int               # required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is_active: bool = True # optional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User(name="Ayesha", age=25)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print(u.name)       # Ayesha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print(u.is_active)  # True (default)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coercion: '25' is convertible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u2 = User(name="B", age="25")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print(type(u2.age))  # &lt;class 'int'&gt;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__init__ needed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Pydantic generates it from the field declarations (Day 3, automated).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optional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field with no default is required — omit it and you get an error.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Coercion has limits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"25" → 25 works; "banana" → int raises ValidationError.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access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fields are normal attributes: u.name, u.age.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12: Pydantic — Data Validation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BAD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ValidationError — your future 422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493008"/>
          </a:xfrm>
          <a:prstGeom prst="roundRect">
            <a:avLst>
              <a:gd name="adj" fmla="val 235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STRUCTURED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ValidationError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User(name="Ayesha", age="banana")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ValidationError as e: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print(e)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Input should be a valid integer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err in e.errors():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print(err['loc'], err['msg'])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field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error says exactly what is wrong, where — debugging is painless.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also raises: 'Field required'.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e.errors()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gives the problems as data you can loop over.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422 preview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exact error is what FastAPI returns to clients tomorrow.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12: Pydantic — Data Validation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FIELDS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vs optional vs nullable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3931920"/>
        </p:xfrm>
        <a:graphic>
          <a:graphicData uri="http://schemas.openxmlformats.org/drawingml/2006/table">
            <a:tbl>
              <a:tblPr/>
              <a:tblGrid>
                <a:gridCol w="3931920"/>
                <a:gridCol w="3657600"/>
                <a:gridCol w="3474720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Gotcha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name: str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— must be provided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omitting it → ValidationError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active: bool = 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— has a default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nick: str | None = 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AND nullable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nick: Optional[str]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REQUIRED (just allows None)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classic trap — add = 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2F3EE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5870448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4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50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Optional[str] without '= None' is NOT optional. This trips everyone once — let it be today.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12: Pydantic — Data Validation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BEYOND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Field() constraints + custom validators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4142232"/>
          </a:xfrm>
          <a:prstGeom prst="roundRect">
            <a:avLst>
              <a:gd name="adj" fmla="val 1987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VALIDATORS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(BaseModel,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Field, field_validator)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Account(BaseModel):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username: str = Field(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min_length=3, max_length=20)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age: int = Field(gt=0, lt=150)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password: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@field_validator('password')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@classmethod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def strong(cls, value):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if len(value) &lt; 8: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raise ValueError('too short')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return value   # ALWAYS return!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Field()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gt / ge / lt / le for numbers; min_length / max_length / pattern for strings.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@field_validator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custom logic: raise ValueError to reject, RETURN the value to accept.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the return?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field silently becomes None — a classic bug.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déjà vu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is your @property validation, declarative and reusable.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12: Pydantic — Data Validation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models &amp; serialization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4142232"/>
          </a:xfrm>
          <a:prstGeom prst="roundRect">
            <a:avLst>
              <a:gd name="adj" fmla="val 1987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IN → OBJECT → JSON OUT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Address(BaseModel):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city: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User(BaseModel):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address: Address       # nested!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hobbies: list[str] = []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{'name': 'Ayesha',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'address': {'city': 'Karachi'}}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User.model_validate(raw)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print(u.address.city)   # Karachi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u.model_dump()        # -&gt; dict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u.model_dump_json()   # -&gt; JSON str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Whole-tree validation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missing address.city errors with the exact nested path.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model_validate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 + validate from a dict (parsed JSON).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model_dump / _json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back out to dict / JSON string.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FastAPI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JSON in → validate → typed object → JSON out, on every request.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12: Pydantic — Data Validation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TUTORIALS ALERT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v1 vs v2 — translate on sight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393192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(old tutorials)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(what we use)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@validator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@field_validator  (+ @classmethod)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.dict()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.model_dump()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.json()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.model_dump_json()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.parse_obj()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.model_validate()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Config: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model_config = ConfigDict(...)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2F3EE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5870448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4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50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YouTube tutorial uses .dict() or @validator, it is v1 — use the right-hand column.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12: Pydantic — Data Validation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 THE BUGS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mistakes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Optional[str] without = None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required! It only permits None as a value. Add the default.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 without return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becomes None silently. Always return the (cleaned) value.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Forgetting @classmethod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field validators need it right under @field_validator.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Expecting silent failure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RAISES. Wrap risky construction in try/except ValidationError.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12: Pydantic — Data Validation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 validate anything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= class + type hints; Pydantic validates and converts at creation.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Coercion for convertible values; ValidationError with exact locations otherwise.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Field() for constraints, @field_validator for custom rules.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model_validate / model_dump / model_dump_json close the JSON loop.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83887" cy="3246120"/>
          </a:xfrm>
          <a:prstGeom prst="roundRect">
            <a:avLst>
              <a:gd name="adj" fmla="val 2817"/>
            </a:avLst>
          </a:prstGeom>
          <a:solidFill>
            <a:srgbClr val="0A45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03524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model + coercion demo (pages as "328")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with Field constraints; reject price = -10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with validators (lowercase username, email check)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nested Recipe with ingredients + error paths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FastAPI!</a:t>
            </a:r>
            <a:pPr indent="0" marL="0">
              <a:buNone/>
            </a:pPr>
            <a:r>
              <a:rPr lang="en-US" sz="15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your first live API server, with these models inside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12: Pydantic — Data Validation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12 — Pydantic — Data Validation</dc:title>
  <dc:subject>PptxGenJS Presentation</dc:subject>
  <dc:creator>Agentic AI — Batch 5</dc:creator>
  <cp:lastModifiedBy>Agentic AI — Batch 5</cp:lastModifiedBy>
  <cp:revision>1</cp:revision>
  <dcterms:created xsi:type="dcterms:W3CDTF">2026-07-19T00:34:30Z</dcterms:created>
  <dcterms:modified xsi:type="dcterms:W3CDTF">2026-07-19T00:34:30Z</dcterms:modified>
</cp:coreProperties>
</file>