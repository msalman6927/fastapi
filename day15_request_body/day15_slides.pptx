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96012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94183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Bodies (POST &amp; PUT)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566928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whole JSON objects — your Pydantic models become the request body.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58064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Engineering · Batch 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FastAPI &amp; Web APIs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297680" cy="4480560"/>
          </a:xfrm>
          <a:prstGeom prst="roundRect">
            <a:avLst>
              <a:gd name="adj" fmla="val 19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92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313432"/>
            <a:ext cx="374904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input (Day 14) is fine for reading.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CREATE things, clients send a whole object — in the body.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Day 12 and Days 13–14 fully merge.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everything with /docs — it gives you a JSON editor.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49240" y="1691640"/>
            <a:ext cx="6275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 CAN…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49240" y="21031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52744" y="2048256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a Pydantic model as the request body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49240" y="290779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52744" y="2852928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path / body / query decision rule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349240" y="371246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52744" y="3657600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validation reject bad bodies with 422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349240" y="451713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4498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52744" y="4462272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created objects and return 201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349240" y="532180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5303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52744" y="5266944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PUT (replace) and nested bodies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15: Request Bodies (POST &amp; PUT)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051560"/>
            <a:ext cx="9631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BIG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Declare a Pydantic model as a parameter — FastAPI fills it from the JSON body.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828800" y="3337560"/>
            <a:ext cx="8534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one sentence is the whole day. Everything else follows from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11200" y="4160520"/>
            <a:ext cx="32004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3980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path {} ?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9800" y="47640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path parameter. Identifies which resource: /users/{user_id}.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95648" y="4160520"/>
            <a:ext cx="32004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24248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Pydantic model?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724248" y="47640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request BODY. A whole validated JSON object.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80096" y="4160520"/>
            <a:ext cx="32004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08696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simple type?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308696" y="47640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query parameter. Optional modifiers like ?notify=true.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15: Request Bodies (POST &amp; PUT)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IS the body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925824"/>
          </a:xfrm>
          <a:prstGeom prst="roundRect">
            <a:avLst>
              <a:gd name="adj" fmla="val 2096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USER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304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User(BaseModel):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name: str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age: int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email: str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@app.post('/users')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create_user(user: User):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# user is already validated!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{'created': user.name,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'data': user}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client sends: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{'name': 'Ayesha', 'age': 25,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'email': 'a@mail.com'}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parsing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FastAPI reads the JSON, validates it, hands you a typed object.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body → 422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your function never even runs; the client gets field-level errors.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/docs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'Try it out' shows an editable JSON example built from your model.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bars can't POST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browsers GET — use /docs or requests.post(url, json=...).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15: Request Bodies (POST &amp; PUT)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IT PROPERLY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→ save → return 201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709416"/>
          </a:xfrm>
          <a:prstGeom prst="roundRect">
            <a:avLst>
              <a:gd name="adj" fmla="val 2219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STORAGE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087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status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PRODUCTS: list[Product] = []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@app.post('/products',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status_code=status.HTTP_201_CREATED)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create(product: Product):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PRODUCTS.append(product)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product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@app.get('/products')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list_all():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PRODUCTS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REST convention after a successful POST (Day 11).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≠ saving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append to the list (a real database comes Day 18).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Field() still applies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constraints on the model guard the body too.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= temporary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restart the server and it's gone — motivation for Day 18.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15: Request Bodies (POST &amp; PUT)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AT ONCE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 + path + query in one endpoint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2843784"/>
          </a:xfrm>
          <a:prstGeom prst="roundRect">
            <a:avLst>
              <a:gd name="adj" fmla="val 2894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/USERS/{ID}?NOTIFY=TRUE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@app.put('/users/{user_id}')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update_user(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user_id: int,        # PATH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user: User,          # BODY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notify: bool = False # QUERY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{'updated': user_id,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'data': user,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'notify': notify}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sorts them out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purely from how each parameter is declared.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= replace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body is the complete new version of the resource.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vs PUT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POST /users creates (server picks id); PUT /users/5 replaces #5.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PUT twice = same result; POST twice = two resources (Day 11).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15: Request Bodies (POST &amp; PUT)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PAYLOADS NEST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bodies just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925824"/>
          </a:xfrm>
          <a:prstGeom prst="roundRect">
            <a:avLst>
              <a:gd name="adj" fmla="val 2096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WITH LINE ITEMS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304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Item(BaseModel):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name: str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qty: int = Field(gt=0)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Order(BaseModel):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customer: str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items: list[Item]   # nested!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@app.post('/orders')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create_order(order: Order):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total = sum(i.qty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for i in order.items)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{'customer': order.customer,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'total_qty': total}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Whole-tree validation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items[1].qty = 0 → 422 with the exact nested path.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all the way down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order.items[0].name autocompletes — they're real objects.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nesting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everything you learned about nested models applies to bodies.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15: Request Bodies (POST &amp; PUT)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 THE BUGS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mistakes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Sending the object via query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object goes in the JSON body — models are ALWAYS the body.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586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703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5703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6910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Malformed JSON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361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quotes / trailing commas break it. JSON needs double quotes (Day 11).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without storing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echoes it, but nothing was saved. Append it!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586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703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5703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6910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POSTing from the address bar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361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— address bars only GET. Use /docs or requests.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15: Request Bodies (POST &amp; PUT)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API can create things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parameter = request body, validated before your code runs.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rule: {} → path, model → body, simple type → query.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creates (201, server assigns id); PUT replaces at a known id.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bodies validate the whole tree with exact error paths.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1874520"/>
            <a:ext cx="4583887" cy="3246120"/>
          </a:xfrm>
          <a:prstGeom prst="roundRect">
            <a:avLst>
              <a:gd name="adj" fmla="val 2817"/>
            </a:avLst>
          </a:prstGeom>
          <a:solidFill>
            <a:srgbClr val="0A455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2450592"/>
            <a:ext cx="403524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/students with a 422 demo (age as 'twenty')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products: create (201) + list, reject bad prices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API: PUT mixing path + body + query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nested shopping cart with computed totals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— Responses, Status Codes &amp; Errors</a:t>
            </a:r>
            <a:pPr indent="0" marL="0">
              <a:buNone/>
            </a:pPr>
            <a:r>
              <a:rPr lang="en-US" sz="15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hide secrets with response_model; fail cleanly with 404s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15: Request Bodies (POST &amp; PUT)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15 — Request Bodies (POST &amp; PUT)</dc:title>
  <dc:subject>PptxGenJS Presentation</dc:subject>
  <dc:creator>Agentic AI — Batch 5</dc:creator>
  <cp:lastModifiedBy>Agentic AI — Batch 5</cp:lastModifiedBy>
  <cp:revision>1</cp:revision>
  <dcterms:created xsi:type="dcterms:W3CDTF">2026-07-19T00:34:31Z</dcterms:created>
  <dcterms:modified xsi:type="dcterms:W3CDTF">2026-07-19T00:34:31Z</dcterms:modified>
</cp:coreProperties>
</file>