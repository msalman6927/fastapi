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— Your First API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 live web API on your laptop, with automatic interactive documentation.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11: you understand HTTP. Day 12: you validate data.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they combine — you BUILD the kitchen.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class: a live server on every laptop.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once:  pip install "fastapi[standard]"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FastAPI (framework) vs Uvicorn (server)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a minimal app with fastapi dev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routes with @app.get / @app.post decorators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dicts, lists and Pydantic models as JSON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auto docs at /docs to test everything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05156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PIECES, ONE JOB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is the recipes; Uvicorn is the building with the front door.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28800" y="3337560"/>
            <a:ext cx="8534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logic in FastAPI — Uvicorn actually listens on the network and hands requests to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1200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98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9800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framework: routes, validation (Pydantic!), docs. Defines WHAT your API does.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5648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4248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Uvicorn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24248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server: listens on a port, receives raw HTTP, runs your app. Makes it reachable.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0096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8696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/docs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08696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interactive documentation — free, always in sync, click to test.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THAT MATTER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minimal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493008"/>
          </a:xfrm>
          <a:prstGeom prst="roundRect">
            <a:avLst>
              <a:gd name="adj" fmla="val 23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01_HELLO_FASTAPI.PY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   # the app object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@app.get('/')     # path operation: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read_root():  # GET requests to /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{'message':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'Hello, Batch 5!'}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@app.get('/health')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health():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{'status': 'ok'}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= FastAPI()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central object — the server runs THIS (its name matters).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@app.get('/')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decorator registering the function for GET requests to path /.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dict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 converts it to JSON automatically, status 200.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 ≠ URL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URL comes from the decorator string, not the name.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server, reach the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dev app.py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recommended: dev mode with auto-reload on save.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app:app --reload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classic way — read as module:object.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localhost (this computer) on port 8000 — the 'door number'.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stops the server. Edit → save → it reloads → refresh.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already in use?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old server is running — stop it, or use --port 8001.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73368" y="1691640"/>
            <a:ext cx="5251399" cy="3276600"/>
          </a:xfrm>
          <a:prstGeom prst="roundRect">
            <a:avLst>
              <a:gd name="adj" fmla="val 2512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837944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2148840"/>
            <a:ext cx="4739335" cy="2654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pip install "fastapi[standard]"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fastapi dev 01_hello_fastapi.py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Uvicorn running 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http://127.0.0.1:8000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in the browser: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/          -&gt; your JSON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/docs      -&gt; Swagger UI (!)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/redoc     -&gt; read-only 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/docs — documentation you never wrote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endpoint listed, with a 'Try it out' button that sends REAL requests.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 sync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generated from your code + type hints — it cannot go stale.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client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is how we test everything for the rest of the module.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it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FastAPI(title=..., version=...) + tags=[...] and summary=... per route.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/openapi.json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raw machine-readable schema both doc pages are built from.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73368" y="1691640"/>
            <a:ext cx="5251399" cy="4434840"/>
          </a:xfrm>
          <a:prstGeom prst="roundRect">
            <a:avLst>
              <a:gd name="adj" fmla="val 1856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47688" y="1892808"/>
            <a:ext cx="4702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docs shine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47688" y="2313432"/>
            <a:ext cx="4702759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metadata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FastAPI(title='Quotes API', version='1.0.0')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endpoints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@app.get('/quotes', tags=['quotes'])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them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summary='Get a random quote'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them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function's docstring becomes the description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PAYS 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Pydantic models → clean JSON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358640"/>
          </a:xfrm>
          <a:prstGeom prst="roundRect">
            <a:avLst>
              <a:gd name="adj" fmla="val 1888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03_RETURNING_DATA.PY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736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price: float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in_stock: bool = True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get_product():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Product(name='Notebook',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price=120.0)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@app.get('/products')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get_products():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[Product(name='Pen',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price=50)]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serialize automatically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 calls model_dump() for you — return the object.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models work too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get a JSON array.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/ list / str / bool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become JSON; default status is 200.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def?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plain def is perfect for now — async comes Day 19. Don't rabbit-hole.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isn't my server working?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file.py does nothing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__main__ block nothing serves. Use: fastapi dev file.py.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module:app name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file:app — the part after ':' must match your variable name.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not showing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didn't SAVE (reload triggers on save), or hard-refresh the browser.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already in use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the old server, or run with --port 8001.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API is live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= framework, Uvicorn = server; run with fastapi dev.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@app.get('/path') registers a route; return values become JSON.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serialize automatically — Day 12's reward.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is your interactive tester — always in sync with the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API: / and /ping routes, verified in /docs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/about route with tags + summary + app title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/courses returning a list of Pydantic models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read-only Task Manager with filter routes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Path &amp; Query Parameters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make routes dynamic: /users/{id} and ?limit=10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13: FastAPI — Your First 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13 — FastAPI — Your First API</dc:title>
  <dc:subject>PptxGenJS Presentation</dc:subject>
  <dc:creator>Agentic AI — Batch 5</dc:creator>
  <cp:lastModifiedBy>Agentic AI — Batch 5</cp:lastModifiedBy>
  <cp:revision>1</cp:revision>
  <dcterms:created xsi:type="dcterms:W3CDTF">2026-07-19T00:34:30Z</dcterms:created>
  <dcterms:modified xsi:type="dcterms:W3CDTF">2026-07-19T00:34:30Z</dcterms:modified>
</cp:coreProperties>
</file>