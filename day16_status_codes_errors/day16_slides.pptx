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Responses, Status Codes &amp; Errors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exactly what your API returns — and fail gracefully instead of leaking or crashing.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API reads and creates — but it returns everything, always 200.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APIs hide secrets, set correct codes, and fail cleanly.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answers yesterday's question: what if the id doesn't exist?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tools: response_model, status_code, HTTPException.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fields with response_model (In/Out models)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443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89504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right status code per operation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8561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730752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HTTPException for controlled failures (404!)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6268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572000"/>
            <a:ext cx="5635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400 / 404 / 409 / 422 correctly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LEAK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response_model — shape the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OUT MODELS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UserIn(BaseModel):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email: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password: str    # arrives...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UserOut(BaseModel):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email: str       # ...never leaves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@app.post('/users',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response_model=UserOut)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create_user(user: UserIn):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save(user)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user  # password STRIPPED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In/Out pattern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input may carry secrets; output must not. Separate models.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filtering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return a UserIn — FastAPI emits only UserOut's fields.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too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/docs shows the exact response schema.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response_model=list[UserOut] for collections.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RIGHT THING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per operation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493008"/>
          </a:xfrm>
          <a:prstGeom prst="roundRect">
            <a:avLst>
              <a:gd name="adj" fmla="val 23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CONSTANTS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status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@app.post('/items',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status_code=status.HTTP_201_CREATED)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create(item: Item): ...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@app.delete('/items/{item_id}',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status_code=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status.HTTP_204_NO_CONTENT)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delete(item_id: int):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DB.pop(item_id, None)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# 204 -&gt; return NOTHING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201 after create, 204 after delete (no body!), 200 for reads/updates.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status.HTTP_…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readable constants beat magic numbers.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rely on this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programs (and AI agents) branch on codes, not prose.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FAILURE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HTTPException — the 404 done 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RAISE, DON'T RETURN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HTTPException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@app.get('/items/{item_id}')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get_item(item_id: int):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item = DB.get(item_id)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item is None: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raise HTTPException(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status_code=404,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detail=f'Item {item_id}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not found')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item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response: 404 +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{'detail': 'Item 7 not found'}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= success path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raise HTTPException = controlled failure path. Both emit clean JSON.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error + 200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{'error': ...} with status 200 lies to every client. The CODE must reflect failure.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raise, not return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returning an HTTPException does nothing useful.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crash = 500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looks like YOUR bug, leaking tracebacks. Handle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ERROR WHEN?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 vs 404 vs 409 vs 422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393192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530352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 (semantically wrong)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over 100%, invalid combination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doesn't exist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/items/999 when 999 was never created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with current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a duplicate username /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failed (automatic)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body/params break the Pydantic model — FastAPI raises it FOR you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/ 403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authenticated / not allowed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— coming on Day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is automatic (Days 12–15). The others are YOUR job — raise them with HTTPException.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secrets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response_model = whatever you return goes out — including passwords.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dict with 200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check the status code first. Failure must BE a 4xx/5xx.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HTTPException(...)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nothing. You must RAISE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on a 204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means No Content — return nothing after a delete.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API is now honest and safe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 filters output — the In/Out split hides secrets.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create, 204 delete, 200 read/update — set them explicitly.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HTTPException(404, detail=…) for clean, controlled failures.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is automatic; 400/404/409 are your responsibility.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AccountIn/AccountOut hiding the password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store with correct 201 / 204 codes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404s on missing ids for GET and PUT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Book API incl. 409 on duplicate titles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 — Full CRUD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assemble everything into the standard 5-route resource pattern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16: Responses, Status Codes &amp; Errors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16 — Responses, Status Codes &amp; Errors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