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CRUD — The Complete Resource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every piece into the standard pattern behind virtually every web backend.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learned every piece separately (Days 13–16).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assemble them into ONE complete, professional resource.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5-route shape repeats for every resource you'll ever build.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is still in-memory — a real database lands tomorrow.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all five CRUD routes with correct codes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4436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89504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three-model pattern (Create / Update / Out)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8561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730752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PATCH with exclude_unset (true partial update)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6268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572000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 get_or_404 helper (DRY)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17: Full CRUD — The Complete Resource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= five routes, one resource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393192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0040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+ 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(returns created object)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/items/{id}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— or 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or PATCH /items/{id}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— or 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/items/{id}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(no body) — or 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a REST resource. Memorize the shape — you'll type it for years.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17: Full CRUD — The Complete Resource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three-model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UPDATE / OUT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ItemBase(BaseModel):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price: float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ItemCreate(ItemBase):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pass          # client sends, no id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ItemUpdate(BaseModel):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# PATCH: everything optional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 | None = None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price: float | None = None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ItemOut(ItemBase):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id: int       # server adds the 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never sends the id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server assigns it — Create has no id field.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= all optional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partial edit shouldn't require every field.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includes the id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responses identify the resource.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again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ItemCreate(ItemBase) — OOP Day 6 in production.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17: Full CRUD — The Complete Resource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THE 404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Create, read, and a reusable helper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4434840"/>
          </a:xfrm>
          <a:prstGeom prst="roundRect">
            <a:avLst>
              <a:gd name="adj" fmla="val 185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 dict[int, ItemOut] = {}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_next_id = 1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get_or_404(item_id: int):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item = DB.get(item_id)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item is None: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raise HTTPException(404,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f'Item {item_id} not found')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item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@app.post('/items', status_code=201,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response_model=ItemOut)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create(item: ItemCreate):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global _next_id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out = ItemOut(id=_next_id,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**item.model_dump())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DB[_next_id] = out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_next_id += 1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out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get_or_404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helper, used by read/update/delete — no repeated raise blocks.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as a fake table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 → row, mirroring tomorrow's real database closely.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model_dump() unpack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 the Out model from the Create model + the new id.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17: Full CRUD — The Complete Resource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SUBTLE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— update only what was sent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709416"/>
          </a:xfrm>
          <a:prstGeom prst="roundRect">
            <a:avLst>
              <a:gd name="adj" fmla="val 2219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EXCLUDE_UNSET IS THE KEY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08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@app.patch('/items/{item_id}',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response_model=ItemOut)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patch(item_id: int,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changes: ItemUpdate):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current = get_or_404(item_id)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updates = changes.model_dump(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exclude_unset=True)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updated = current.model_copy(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update=updates)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DB[item_id] = updated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updated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exclude_unset=True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only fields the client actually SENT — 'not sent' ≠ 'sent as null'.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unsent fields overwrite real data with None. The classic PATCH bug.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vs PATCH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PUT replaces everything (all fields required); PATCH edits a slice.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17: Full CRUD — The Complete Resource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mistakes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sets the id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Never. Ids are the server's job (counter now, DB auto-increment tomorrow).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nulls fields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exclude_unset=True — unsent fields wiped real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404 on update/delete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'updating' a missing id confuses every client.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a body on 204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returns nothing. 204 = No Content.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17: Full CRUD — The Complete Resource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build any resource now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routes, correct codes, 404s handled — the universal backend shape.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models: Create (no id), Update (all optional), Out (with id).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needs model_dump(exclude_unset=True) to be truly partial.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server → data gone. That pain gets fixed tomorrow.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CRUD with get_or_404 helper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PATCH — verify unsent fields survive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stats routes (mind the route order!)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409 on duplicate phone + a requests test client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— Databases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SQLModel + SQLite: data that survives restarts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17: Full CRUD — The Complete Resource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17 — Full CRUD — The Complete Resource</dc:title>
  <dc:subject>PptxGenJS Presentation</dc:subject>
  <dc:creator>Agentic AI — Batch 5</dc:creator>
  <cp:lastModifiedBy>Agentic AI — Batch 5</cp:lastModifiedBy>
  <cp:revision>1</cp:revision>
  <dcterms:created xsi:type="dcterms:W3CDTF">2026-07-19T00:34:31Z</dcterms:created>
  <dcterms:modified xsi:type="dcterms:W3CDTF">2026-07-19T00:34:31Z</dcterms:modified>
</cp:coreProperties>
</file>