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960120"/>
            <a:ext cx="1572768" cy="47548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941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04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1737360"/>
            <a:ext cx="8778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— API Keys &amp; JWT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66928" y="3794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is calling: hashed passwords, signed tokens, and protected routes.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5806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Engineering · Batch 5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FastAPI &amp; Web APIs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4297680" cy="4480560"/>
          </a:xfrm>
          <a:prstGeom prst="roundRect">
            <a:avLst>
              <a:gd name="adj" fmla="val 1915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41248" y="2313432"/>
            <a:ext cx="3749040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API is open to the whole world right now.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is stateless (Day 11) → identity must be proven EVERY request.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guard dependency becomes real auth today.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above all: never store plaintext passwords.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49240" y="1691640"/>
            <a:ext cx="62755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 YOU CAN…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1031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349240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52744" y="2048256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authentication from authorization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349240" y="290779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349240" y="2889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52744" y="2852928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service routes with an API key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349240" y="371246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349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52744" y="3657600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and verify passwords with bcrypt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349240" y="4517136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4498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52744" y="4462272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and verify JWTs on login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49240" y="5321808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349240" y="5303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52744" y="5266944"/>
            <a:ext cx="5635447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get_current_user and protect routes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20: Authentication — API Keys &amp; JWT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LEVELS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 vs JWT — pick per use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23180" cy="3931920"/>
          </a:xfrm>
          <a:prstGeom prst="roundRect">
            <a:avLst>
              <a:gd name="adj" fmla="val 2093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5323180" cy="566928"/>
          </a:xfrm>
          <a:prstGeom prst="roundRect">
            <a:avLst>
              <a:gd name="adj" fmla="val 14516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75104"/>
            <a:ext cx="5323180" cy="2834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91640"/>
            <a:ext cx="47745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KEY — for services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2468880"/>
            <a:ext cx="47745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secret in a header (X-API-Key)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Simple: a guard dependency compares it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per-user identity, no expiry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 machine-to-machine access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1588" y="1691640"/>
            <a:ext cx="5323180" cy="3931920"/>
          </a:xfrm>
          <a:prstGeom prst="roundRect">
            <a:avLst>
              <a:gd name="adj" fmla="val 2093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1588" y="1691640"/>
            <a:ext cx="5323180" cy="566928"/>
          </a:xfrm>
          <a:prstGeom prst="roundRect">
            <a:avLst>
              <a:gd name="adj" fmla="val 14516"/>
            </a:avLst>
          </a:prstGeom>
          <a:solidFill>
            <a:srgbClr val="05445E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75104"/>
            <a:ext cx="5323180" cy="283464"/>
          </a:xfrm>
          <a:prstGeom prst="rect">
            <a:avLst/>
          </a:prstGeom>
          <a:solidFill>
            <a:srgbClr val="05445E"/>
          </a:solidFill>
          <a:ln/>
        </p:spPr>
      </p:sp>
      <p:sp>
        <p:nvSpPr>
          <p:cNvPr id="12" name="Text 10"/>
          <p:cNvSpPr/>
          <p:nvPr/>
        </p:nvSpPr>
        <p:spPr>
          <a:xfrm>
            <a:off x="6575908" y="1691640"/>
            <a:ext cx="47745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— for user login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75908" y="2468880"/>
            <a:ext cx="47745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 once → gets a signed token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as Authorization: Bearer &lt;token&gt;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identity + expiry, stateless</a:t>
            </a:r>
            <a:endParaRPr lang="en-US" sz="135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for real user accounts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5870448"/>
            <a:ext cx="11057839" cy="512064"/>
          </a:xfrm>
          <a:prstGeom prst="roundRect">
            <a:avLst>
              <a:gd name="adj" fmla="val 16071"/>
            </a:avLst>
          </a:prstGeom>
          <a:solidFill>
            <a:srgbClr val="E2F3EE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" y="5870448"/>
            <a:ext cx="106006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46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250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 = who are you? authZ = what may you do? Today is mostly authN, with per-user data as authZ.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20: Authentication — API Keys &amp; JWT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TOKEN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anatomy — signed, not encrypted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691640"/>
            <a:ext cx="5394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header.payload.signature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three base64 parts joined by dots.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is READABLE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anyone can decode it — never put secrets inside.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signature is the trust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made with the server's secret key; tampering breaks it.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gives it a lifetime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stolen token eventually dies. Always set expiry.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server-side session store — verify the signature and go.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373368" y="1691640"/>
            <a:ext cx="5251399" cy="4434840"/>
          </a:xfrm>
          <a:prstGeom prst="roundRect">
            <a:avLst>
              <a:gd name="adj" fmla="val 1856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47688" y="1892808"/>
            <a:ext cx="4702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46D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login 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47688" y="2313432"/>
            <a:ext cx="4702759" cy="3593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POST /login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client sends username + password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Verify + sign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server checks the hash, issues a JWT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Every request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client sends Authorization: Bearer &lt;token&gt;</a:t>
            </a:r>
            <a:endParaRPr lang="en-US" sz="1300" dirty="0"/>
          </a:p>
          <a:p>
            <a:pPr marL="177800" indent="-1778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Dependency verifies</a:t>
            </a:r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decode + check expiry → inject the user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20: Authentication — API Keys &amp; JWT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Passwords: hash, never store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3493008"/>
          </a:xfrm>
          <a:prstGeom prst="roundRect">
            <a:avLst>
              <a:gd name="adj" fmla="val 235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VIA PASSLIB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passlib.context import 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CryptContext)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 = CryptContext(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schemes=['bcrypt'])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hashed = pwd.hash('mypassword')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$2b$12$K8x... one-way scramble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pwd.verify('mypassword', hashed)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True  - compare WITHOUT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79D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un-hashing (impossible!)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is one-way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 YOU cannot recover the original. That's the point.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leak scenario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attackers get useless hashes, not passwords.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hash only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verify by hashing the attempt and comparing.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twice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never store or log a plaintext password. Ever.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20: Authentication — API Keys &amp; JWT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issues a token; a dependency verifies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6766560" cy="4434840"/>
          </a:xfrm>
          <a:prstGeom prst="roundRect">
            <a:avLst>
              <a:gd name="adj" fmla="val 1856"/>
            </a:avLst>
          </a:prstGeom>
          <a:solidFill>
            <a:srgbClr val="0B2E35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37944"/>
            <a:ext cx="6254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GUARD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6254496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jwt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oauth2 = OAuth2PasswordBearer(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tokenUrl='login')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create_token(username):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jwt.encode(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{'sub': username,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'exp': now() + 30*MIN},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SECRET, algorithm='HS256')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get_current_user(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token: str = Depends(oauth2)):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try: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data = jwt.decode(token,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SECRET, algorithms=['HS256'])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return data['sub']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except jwt.PyJWTError: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raise HTTPException(401,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9F1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  'Invalid token')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2103120"/>
            <a:ext cx="3852367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Day 19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get_current_user is a guard dependency with crypto inside.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any route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user = Depends(get_current_user) → 401 without a valid token.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/docs Authorize button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OAuth2PasswordBearer wires the docs login for free.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122B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is sacred</a:t>
            </a:r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leak it and anyone can forge tokens. Into .env (Day 21).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20: Authentication — API Keys &amp; JWT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PRE-EMPT THE BUGS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mistakes that really hurt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Plaintext passwords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467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cardinal sin. Hash with bcrypt — no exceptions, ever.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5868" y="169164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57036" y="189280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6457036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69100" y="187452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Secrets in the payload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93612" y="240487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payloads are readable by anyone. Only non-sensitive ids inside.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809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expiry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467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stolen token without exp lives forever. Always set a lifetime.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5868" y="4069080"/>
            <a:ext cx="5368900" cy="2057400"/>
          </a:xfrm>
          <a:prstGeom prst="roundRect">
            <a:avLst>
              <a:gd name="adj" fmla="val 4000"/>
            </a:avLst>
          </a:prstGeom>
          <a:solidFill>
            <a:srgbClr val="EDF6F6"/>
          </a:solidFill>
          <a:ln/>
          <a:effectLst>
            <a:outerShdw sx="100000" sy="100000" kx="0" ky="0" algn="bl" rotWithShape="0" blurRad="88900" dist="25400" dir="5400000">
              <a:srgbClr val="1A2B3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57036" y="4270248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57036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69100" y="4251960"/>
            <a:ext cx="445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22B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Hardcoded JWT secret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93612" y="4782312"/>
            <a:ext cx="48934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to git = compromised. It belongs in .env (tomorrow).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C83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20: Authentication — API Keys &amp; JWT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838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280160"/>
            <a:ext cx="4206240" cy="420624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2194560"/>
            <a:ext cx="3108960" cy="3108960"/>
          </a:xfrm>
          <a:prstGeom prst="ellipse">
            <a:avLst/>
          </a:prstGeom>
          <a:solidFill>
            <a:srgbClr val="02C39A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480560"/>
            <a:ext cx="2011680" cy="2011680"/>
          </a:xfrm>
          <a:prstGeom prst="ellipse">
            <a:avLst/>
          </a:prstGeom>
          <a:solidFill>
            <a:srgbClr val="CFE9E7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API knows who's calling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66928" y="1874520"/>
            <a:ext cx="6035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HTTP → prove identity on every request via headers.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for services; JWT (signed + expiring) for users.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bcrypt-hash passwords; verify hashes; never store plaintext.</a:t>
            </a:r>
            <a:endParaRPr lang="en-US" sz="1400" dirty="0"/>
          </a:p>
          <a:p>
            <a:pPr marL="177800" indent="-1778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get_current_user = Day 19's guard + JWT decode. 401 on failure.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040880" y="1874520"/>
            <a:ext cx="4583887" cy="3246120"/>
          </a:xfrm>
          <a:prstGeom prst="roundRect">
            <a:avLst>
              <a:gd name="adj" fmla="val 2817"/>
            </a:avLst>
          </a:prstGeom>
          <a:solidFill>
            <a:srgbClr val="0A455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0" y="2103120"/>
            <a:ext cx="40352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2450592"/>
            <a:ext cx="4035247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guard: public vs private route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demo + a comment on WHY plaintext is banned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/login + protected /me</a:t>
            </a:r>
            <a:endParaRPr lang="en-US" sz="1250" dirty="0"/>
          </a:p>
          <a:p>
            <a:pPr marL="177800" indent="-1778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/register + per-user tasks isolation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6928" y="562356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 →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21 — Project Structure</a:t>
            </a:r>
            <a:pPr indent="0" marL="0">
              <a:buNone/>
            </a:pPr>
            <a:r>
              <a:rPr lang="en-US" sz="1500" dirty="0">
                <a:solidFill>
                  <a:srgbClr val="CFE9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routers, folders, and .env — where that SECRET belongs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C4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· Batch 5  —  Day 20: Authentication — API Keys &amp; JWT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55664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C4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20 — Authentication — API Keys &amp; JWT</dc:title>
  <dc:subject>PptxGenJS Presentation</dc:subject>
  <dc:creator>Agentic AI — Batch 5</dc:creator>
  <cp:lastModifiedBy>Agentic AI — Batch 5</cp:lastModifiedBy>
  <cp:revision>1</cp:revision>
  <dcterms:created xsi:type="dcterms:W3CDTF">2026-07-19T00:34:31Z</dcterms:created>
  <dcterms:modified xsi:type="dcterms:W3CDTF">2026-07-19T00:34:31Z</dcterms:modified>
</cp:coreProperties>
</file>