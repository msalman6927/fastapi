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&amp; Query Parameters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routes that take input from the URL — with automatic conversion and validation.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every route returned the same fixed thing.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APIs are dynamic: /users/5 vs /users/9.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Day 11: path identifies WHICH, query says HOW.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testable in /docs with 'Try it out'.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path parameters with {curly_braces}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07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52928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route-order gotcha (static before dynamic)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12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657600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optional vs required query parameters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5171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462272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path + query in one endpoint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49240" y="53218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52744" y="5266944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constraints with Path() / Query() and an Enum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14: Path &amp; Query Parameters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parameters — {name} becomes an argument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276600"/>
          </a:xfrm>
          <a:prstGeom prst="roundRect">
            <a:avLst>
              <a:gd name="adj" fmla="val 2512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PARAMS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2654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= {1: 'Ayesha', 2: 'Bilal'}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@app.get('/users/{user_id}')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get_user(user_id: int):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 = USERS.get(user_id,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'unknown')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{'id': user_id,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'name': name}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/users/5    -&gt; user_id = 5 (int!)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/users/abc  -&gt; 422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must match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{user_id} in the path = the function parameter name, exactly.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 = free power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': int' converts '5' → 5 and rejects 'abc' with a 422.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422 again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Day 12's ValidationError, now guarding your URLs.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get an input box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/docs renders a typed field for the parameter.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14: Path &amp; Query Parameters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BUG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order: static BEFORE dynamic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Top-to-bottom matching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FastAPI uses the FIRST route that fits the URL.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/users/{user_id} defined first swallows /users/me → tries int('me') → 422.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define specific/fixed routes ABOVE parameterized ones.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this coming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Day 13's /quotes/random before /quotes/{id} — now it has a name.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73368" y="1691640"/>
            <a:ext cx="5251399" cy="3276600"/>
          </a:xfrm>
          <a:prstGeom prst="roundRect">
            <a:avLst>
              <a:gd name="adj" fmla="val 2512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1837944"/>
            <a:ext cx="47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vs RIGHT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29400" y="2148840"/>
            <a:ext cx="4739335" cy="2654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WRONG - /users/me is unreachable: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@app.get('/users/{user_id}')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get_user(user_id: int): ...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@app.get('/users/me')      # never!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me(): ...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 - specific first: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@app.get('/users/me')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me(): ...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@app.get('/users/{user_id}')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get_user(user_id: int): 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14: Path &amp; Query Parameters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?KEY=VALUE 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parameters — defaults decide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@app.get('/items')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list_items(limit: int = 10,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skip: int = 0):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ITEMS[skip:skip+limit]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/items              -&gt; 10, 0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/items?limit=5      -&gt; 5, 0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/items?limit=5&amp;skip=20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@app.get('/search')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search(q: str):   # NO default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...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/search            -&gt; 422 required!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/search?q=python   -&gt;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path → query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any extra simple parameter becomes a query parameter.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optional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limit: int = 10 can be omitted.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= REQUIRED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omit it and FastAPI returns 422 'field required'.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q: str | None = None means 'may be absent entirely'.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14: Path &amp; Query Parameters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INSTINCT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or query? The rule of thumb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23180" cy="3931920"/>
          </a:xfrm>
          <a:prstGeom prst="roundRect">
            <a:avLst>
              <a:gd name="adj" fmla="val 2093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5323180" cy="566928"/>
          </a:xfrm>
          <a:prstGeom prst="roundRect">
            <a:avLst>
              <a:gd name="adj" fmla="val 14516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75104"/>
            <a:ext cx="5323180" cy="2834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91640"/>
            <a:ext cx="47745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— which resource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47745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 specific thing: /users/5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and hierarchical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Nouns, never verbs (Day 11 REST)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/posts/12/comments — nesting reads naturally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1588" y="1691640"/>
            <a:ext cx="5323180" cy="3931920"/>
          </a:xfrm>
          <a:prstGeom prst="roundRect">
            <a:avLst>
              <a:gd name="adj" fmla="val 2093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1588" y="1691640"/>
            <a:ext cx="5323180" cy="566928"/>
          </a:xfrm>
          <a:prstGeom prst="roundRect">
            <a:avLst>
              <a:gd name="adj" fmla="val 14516"/>
            </a:avLst>
          </a:prstGeom>
          <a:solidFill>
            <a:srgbClr val="05445E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75104"/>
            <a:ext cx="5323180" cy="283464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12" name="Text 10"/>
          <p:cNvSpPr/>
          <p:nvPr/>
        </p:nvSpPr>
        <p:spPr>
          <a:xfrm>
            <a:off x="6575908" y="1691640"/>
            <a:ext cx="47745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— how you want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5908" y="2468880"/>
            <a:ext cx="47745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sorting, search, pagination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with sensible defaults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?limit=10&amp;sort=asc&amp;q=python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 the URL does not matter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/users/5/orders?status=shipped — 'user 5's orders, only the shipped ones.' Both together.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14: Path &amp; Query Parameters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 URL INPUT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with Path(), Query() and Enum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4142232"/>
          </a:xfrm>
          <a:prstGeom prst="roundRect">
            <a:avLst>
              <a:gd name="adj" fmla="val 1987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PARAMS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Path, Query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enum import Enum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SortBy(str, Enum):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asc = 'asc'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desc = 'desc'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@app.get('/items/{item_id}')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item_id: int = Path(gt=0),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q: str | None = Query(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default=None, min_length=3),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limit: int = Query(10, ge=1,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le=100),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sort: SortBy = SortBy.asc): 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Field() for URLs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same idea as Day 12, applied to path/query inputs.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→ 422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/items/0 fails gt=0; ?limit=500 fails le=100.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= dropdown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only allowed values accepted — and /docs renders a picker.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show the rules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constraints appear in the interactive form automatically.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14: Path &amp; Query Parameters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BUGS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mistakes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route defined first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shadows fixed routes below it. Static before dynamic — always.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{name} mismatch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placeholder and the function parameter must be identical.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type hint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stays a string — no conversion, no validation.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'Optional' without a default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param with no default is REQUIRED. Add = 10 or | None = None.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14: Path &amp; Query Parameters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API takes input now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{param} + type hint = capture, convert, validate — 422 on bad input.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routes before dynamic ones (first match wins).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optional query param; no default = required.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Path()/Query() add constraints; Enums restrict values with a docs dropdown.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/books/{id} with int conversion (see the 422 for /books/abc)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with limit + skip defaults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/movies/popular ordered before /movies/{id} — explain why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products API with filters, Enum sort, constraints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— Request Bodies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accept whole JSON objects: your Pydantic models AS the body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14: Path &amp; Query Parameters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14 — Path &amp; Query Parameters</dc:title>
  <dc:subject>PptxGenJS Presentation</dc:subject>
  <dc:creator>Agentic AI — Batch 5</dc:creator>
  <cp:lastModifiedBy>Agentic AI — Batch 5</cp:lastModifiedBy>
  <cp:revision>1</cp:revision>
  <dcterms:created xsi:type="dcterms:W3CDTF">2026-07-19T00:34:31Z</dcterms:created>
  <dcterms:modified xsi:type="dcterms:W3CDTF">2026-07-19T00:34:31Z</dcterms:modified>
</cp:coreProperties>
</file>