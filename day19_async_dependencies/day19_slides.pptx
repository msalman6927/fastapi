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280160"/>
            <a:ext cx="4206240" cy="420624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2194560"/>
            <a:ext cx="3108960" cy="3108960"/>
          </a:xfrm>
          <a:prstGeom prst="ellipse">
            <a:avLst/>
          </a:prstGeom>
          <a:solidFill>
            <a:srgbClr val="02C39A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4480560"/>
            <a:ext cx="2011680" cy="2011680"/>
          </a:xfrm>
          <a:prstGeom prst="ellipse">
            <a:avLst/>
          </a:prstGeom>
          <a:solidFill>
            <a:srgbClr val="CFE9E7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96012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94183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19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&amp; Dependencies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566928" y="3794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many slow calls at once, and share logic cleanly with Depends().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58064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Engineering · Batch 5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C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FastAPI &amp; Web APIs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4297680" cy="4480560"/>
          </a:xfrm>
          <a:prstGeom prst="roundRect">
            <a:avLst>
              <a:gd name="adj" fmla="val 19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928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313432"/>
            <a:ext cx="374904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been using Depends(get_session) without the full story.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tutorials keep showing async def — when does it matter?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concepts power everything ahead (LLM calls! auth!).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halves today: async (concept) + dependencies (tool).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49240" y="1691640"/>
            <a:ext cx="6275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 YOU CAN…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49240" y="210312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349240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52744" y="2048256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async solves (waiting on I/O)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49240" y="290779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349240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52744" y="2852928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golden rule: def vs async def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349240" y="3712464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349240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52744" y="3657600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reusable dependencies with Depends()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349240" y="4517136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4498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52744" y="4462272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yield dependencies for setup + cleanup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349240" y="532180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5303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52744" y="5266944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routes with a dependency (auth preview)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19: Async &amp; Dependencies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0160" y="1051560"/>
            <a:ext cx="9631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IN ONE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" y="1554480"/>
            <a:ext cx="101800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is a smart waiter: while your food cooks, they serve other tables.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828800" y="3337560"/>
            <a:ext cx="8534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API time is WAITING — on databases, other APIs, and soon LLMs. Async uses that waiting time.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911200" y="4160520"/>
            <a:ext cx="3200400" cy="1783080"/>
          </a:xfrm>
          <a:prstGeom prst="roundRect">
            <a:avLst>
              <a:gd name="adj" fmla="val 46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3980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4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Blocking (sync)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39800" y="4764024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waiter stands frozen at the kitchen until your dish is ready. One table at a time.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95648" y="4160520"/>
            <a:ext cx="3200400" cy="1783080"/>
          </a:xfrm>
          <a:prstGeom prst="roundRect">
            <a:avLst>
              <a:gd name="adj" fmla="val 46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24248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4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Non-blocking (async)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724248" y="4764024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= 'pause me here, serve others, resume when it's ready'.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80096" y="4160520"/>
            <a:ext cx="3200400" cy="1783080"/>
          </a:xfrm>
          <a:prstGeom prst="roundRect">
            <a:avLst>
              <a:gd name="adj" fmla="val 46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08696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4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you care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308696" y="4764024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call LLMs that take seconds. Async keeps the server responsive meanwhile.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19: Async &amp; Dependencies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RULE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 vs async def — decide in 5 seconds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3925824"/>
          </a:xfrm>
          <a:prstGeom prst="roundRect">
            <a:avLst>
              <a:gd name="adj" fmla="val 2096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37944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VALID ROUTES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254496" cy="3304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asyncio, httpx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@app.get('/sync')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sync_route():        # SAFE default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{'ok': True}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@app.get('/async')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async_route():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await asyncio.sleep(1)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{'waited': '1s,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nobody blocked'}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NEVER: time.sleep() or requests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inside async def -&gt; freezes ALL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2103120"/>
            <a:ext cx="3852367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def is always safe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FastAPI runs it in a threadpool. When unsure — def.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def only if you await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genuinely async I/O: httpx, async DB drivers, LLM SDKs.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crime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blocking call inside async def freezes the event loop for everyone.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speed boost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async helps concurrent WAITING, not CPU work.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19: Async &amp; Dependencies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ONCE, USE EVERYWHERE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Dependencies — injected shared logic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4142232"/>
          </a:xfrm>
          <a:prstGeom prst="roundRect">
            <a:avLst>
              <a:gd name="adj" fmla="val 1987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37944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PAGINATION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25449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Depends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pagination(skip: int = 0,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   limit: int = 10):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{'skip': skip,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'limit': limit}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@app.get('/items')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items(page=Depends(pagination)):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ITEMS[page['skip']: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page['skip']+page['limit']]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@app.get('/users')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users(page=Depends(pagination)):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...  # same logic, ZERO copy-paste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2103120"/>
            <a:ext cx="3852367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Depends does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'before my route, call this function and inject its result'.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request data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dependency's own params come from the query string.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across routes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paging, filters, sessions, auth — write once.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Day 9 realized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dependency injection as a first-class framework feature.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19: Async &amp; Dependencies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+ TEARDOWN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yield dependencies &amp; route guards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3925824"/>
          </a:xfrm>
          <a:prstGeom prst="roundRect">
            <a:avLst>
              <a:gd name="adj" fmla="val 2096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37944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POWER PATTERNS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254496" cy="3304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get_session():        # resource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with Session(engine) as s: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yield s    # given to route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# cleanup runs AFTER response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verify_key(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x_api_key: str = Header(...)):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if x_api_key != 'secret123':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raise HTTPException(401,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'Invalid API key')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@app.get('/secure',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dependencies=[Depends(verify_key)])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secure(): ...   # guarded!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2103120"/>
            <a:ext cx="3852367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= lifecycle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setup before, value to the route, cleanup after the response.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decoded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get_session was exactly this pattern all along.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can refuse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raise 401 in a dependency and the route never runs.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Tomorrow's foundation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JWT auth (Day 20) is just a smarter guard dependency.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19: Async &amp; Dependencies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PRE-EMPT THE BUGS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mistakes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9280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Blocking inside async def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40487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time.sleep / requests / sync DB in async def freezes EVERY request.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55868" y="169164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57036" y="189280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45703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69100" y="187452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 everywhere 'for speed'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93612" y="240487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speed up CPU work. def is fine — and safer.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06908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427024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425196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Copy-pasted param logic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4672" y="478231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skip/limit in five routes? That's a dependency.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55868" y="406908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57036" y="427024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57036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69100" y="425196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Heavy work in the router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93612" y="478231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dependencies focused: decide/provide, don't do business logic.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19: Async &amp; Dependencies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280160"/>
            <a:ext cx="4206240" cy="420624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2194560"/>
            <a:ext cx="3108960" cy="3108960"/>
          </a:xfrm>
          <a:prstGeom prst="ellipse">
            <a:avLst/>
          </a:prstGeom>
          <a:solidFill>
            <a:srgbClr val="02C39A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4480560"/>
            <a:ext cx="2011680" cy="2011680"/>
          </a:xfrm>
          <a:prstGeom prst="ellipse">
            <a:avLst/>
          </a:prstGeom>
          <a:solidFill>
            <a:srgbClr val="CFE9E7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logic, no repetition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" y="187452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= concurrency for I/O waits; the golden rule decides def vs async def.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Depends() injects a function's result — reuse across routes.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dependencies manage resources; guard dependencies protect routes.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18's get_session finally makes complete sense.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40880" y="1874520"/>
            <a:ext cx="4583887" cy="3246120"/>
          </a:xfrm>
          <a:prstGeom prst="roundRect">
            <a:avLst>
              <a:gd name="adj" fmla="val 2817"/>
            </a:avLst>
          </a:prstGeom>
          <a:solidFill>
            <a:srgbClr val="0A455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2103120"/>
            <a:ext cx="40352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0" y="2450592"/>
            <a:ext cx="4035247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async route with await asyncio.sleep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pagination dependency on two list routes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verify_token header guard returning 401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compose sub-dependencies + a yield resource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56235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→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20 — Authentication</a:t>
            </a:r>
            <a:pPr indent="0" marL="0">
              <a:buNone/>
            </a:pPr>
            <a:r>
              <a:rPr lang="en-US" sz="15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API keys and JWT login — built on today's guards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19: Async &amp; Dependencies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19 — Async &amp; Dependencies</dc:title>
  <dc:subject>PptxGenJS Presentation</dc:subject>
  <dc:creator>Agentic AI — Batch 5</dc:creator>
  <cp:lastModifiedBy>Agentic AI — Batch 5</cp:lastModifiedBy>
  <cp:revision>1</cp:revision>
  <dcterms:created xsi:type="dcterms:W3CDTF">2026-07-19T00:34:31Z</dcterms:created>
  <dcterms:modified xsi:type="dcterms:W3CDTF">2026-07-19T00:34:31Z</dcterms:modified>
</cp:coreProperties>
</file>