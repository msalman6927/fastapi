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96012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94183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Databases — SQLModel + SQLite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566928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your data for real: tables as classes, sessions, and CRUD that survives restarts.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58064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Engineering · Batch 5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FastAPI &amp; Web APIs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297680" cy="4480560"/>
          </a:xfrm>
          <a:prstGeom prst="roundRect">
            <a:avLst>
              <a:gd name="adj" fmla="val 19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92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313432"/>
            <a:ext cx="374904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CRUD dies with the server — RAM is temporary.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apps need persistence, queries and safety: a database.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= a zero-setup database in a single file.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SQLModel = SQLAlchemy + Pydantic — models you already know.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49240" y="1691640"/>
            <a:ext cx="6275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 YOU CAN…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49240" y="21031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52744" y="2048256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an ORM does (class ↔ table)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49240" y="290779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52744" y="2852928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table model and create the database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349240" y="371246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52744" y="3657600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engine + sessions: add → commit → refresh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349240" y="451713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4498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52744" y="4462272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 session dependency into FastAPI CRUD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349240" y="532180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5303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52744" y="5266944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persistence across a server restart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18: Databases — SQLModel + SQLite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051560"/>
            <a:ext cx="9631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ORM lets you work with tables as Python classes — no raw SQL.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828800" y="3337560"/>
            <a:ext cx="8534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↔ table · object ↔ row · attribute ↔ column. Your OOP maps straight onto the database.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11200" y="4160520"/>
            <a:ext cx="3200400" cy="1783080"/>
          </a:xfrm>
          <a:prstGeom prst="roundRect">
            <a:avLst>
              <a:gd name="adj" fmla="val 46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3980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39800" y="476402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database is one file (app.db). Zero setup, built into Python. Perfect to learn.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95648" y="4160520"/>
            <a:ext cx="3200400" cy="1783080"/>
          </a:xfrm>
          <a:prstGeom prst="roundRect">
            <a:avLst>
              <a:gd name="adj" fmla="val 46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24248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724248" y="476402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 to that file — created ONCE for the whole app.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80096" y="4160520"/>
            <a:ext cx="3200400" cy="1783080"/>
          </a:xfrm>
          <a:prstGeom prst="roundRect">
            <a:avLst>
              <a:gd name="adj" fmla="val 46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08696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308696" y="476402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short-lived workspace per request: add, query, commit, close.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18: Databases — SQLModel + SQLite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IS 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table, create the database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3925824"/>
          </a:xfrm>
          <a:prstGeom prst="roundRect">
            <a:avLst>
              <a:gd name="adj" fmla="val 2096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SQLMODEL BASICS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3304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sqlmodel import (SQLModel,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Field, create_engine, Session,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select)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Hero(SQLModel, table=True):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id: int | None = Field(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default=None,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primary_key=True)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name: str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age: int | None = None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= create_engine(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'sqlite:///heroes.db')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SQLModel.metadata.create_all(engine)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table=True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this Pydantic-style model maps to a real database table.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key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id is None before insert — the DATABASE assigns it on save.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create_all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creates missing tables from your models. Call at startup.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familiar?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IS Pydantic (Day 12) + tables. That's SQLModel's whole trick.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18: Databases — SQLModel + SQLite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TO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Sessions: add → commit → refresh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3493008"/>
          </a:xfrm>
          <a:prstGeom prst="roundRect">
            <a:avLst>
              <a:gd name="adj" fmla="val 2356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READ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Session(engine) as session: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hero = Hero(name='Deadpond',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age=30)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session.add(hero)     # stage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session.commit()      # SAVE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session.refresh(hero) # get id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print(hero.id)        # 1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Session(engine) as session: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heroes = session.exec(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select(Hero)).all()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one = session.get(Hero, 1)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commit() writes to disk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forget it and NOTHING saves — the #1 mistake.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refresh() loads the id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otherwise your object still shows id=None.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session.get(Model, id)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fetch by primary key; None if missing → your 404.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select(Model)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general queries; add .where(...) for filters.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18: Databases — SQLModel + SQLite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FASTAPI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session dependency — one per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3709416"/>
          </a:xfrm>
          <a:prstGeom prst="roundRect">
            <a:avLst>
              <a:gd name="adj" fmla="val 2219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IT IN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3087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get_session():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with Session(engine) as s: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yield s   # auto-closed after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@app.post('/heroes',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status_code=201)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create_hero(hero: Hero,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session: Session =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Depends(get_session)):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session.add(hero)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session.commit()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session.refresh(hero)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hero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Depends(get_session)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each request gets a fresh session, closed automatically.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injection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OOP Day 9's idea — formalized properly tomorrow (Day 19).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CRUD shape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only the storage changed from a dict to a real DB.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threads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pass connect_args={'check_same_thread': False}.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18: Databases — SQLModel + SQLite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it: data survives the restart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2545004" cy="3291840"/>
          </a:xfrm>
          <a:prstGeom prst="roundRect">
            <a:avLst>
              <a:gd name="adj" fmla="val 3234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1686" y="240487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601686" y="2386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4944" y="3017520"/>
            <a:ext cx="22889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heroes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3611880"/>
            <a:ext cx="22523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few via /docs — rows are written to heroes.db on disk.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57068" y="352044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04540" y="2148840"/>
            <a:ext cx="2545004" cy="3291840"/>
          </a:xfrm>
          <a:prstGeom prst="roundRect">
            <a:avLst>
              <a:gd name="adj" fmla="val 3234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9298" y="240487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439298" y="2386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32556" y="3017520"/>
            <a:ext cx="22889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Kill the server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50844" y="3611880"/>
            <a:ext cx="22523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Ctrl+C. Yesterday, this was the moment everything vanished.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94680" y="352044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42152" y="2148840"/>
            <a:ext cx="2545004" cy="3291840"/>
          </a:xfrm>
          <a:prstGeom prst="roundRect">
            <a:avLst>
              <a:gd name="adj" fmla="val 3234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76909" y="240487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276909" y="2386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70168" y="3017520"/>
            <a:ext cx="22889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it again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88456" y="3611880"/>
            <a:ext cx="22523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dev … — create_all finds the tables already there.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32291" y="352044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79763" y="2148840"/>
            <a:ext cx="2545004" cy="3291840"/>
          </a:xfrm>
          <a:prstGeom prst="roundRect">
            <a:avLst>
              <a:gd name="adj" fmla="val 3234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14521" y="240487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10114521" y="2386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07779" y="3017520"/>
            <a:ext cx="22889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/heroes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26067" y="3611880"/>
            <a:ext cx="22523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still there. THAT is persistence.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16071"/>
            </a:avLst>
          </a:prstGeom>
          <a:solidFill>
            <a:srgbClr val="E2F3EE"/>
          </a:solidFill>
          <a:ln/>
        </p:spPr>
      </p:sp>
      <p:sp>
        <p:nvSpPr>
          <p:cNvPr id="28" name="Text 26"/>
          <p:cNvSpPr/>
          <p:nvPr/>
        </p:nvSpPr>
        <p:spPr>
          <a:xfrm>
            <a:off x="795528" y="5870448"/>
            <a:ext cx="106006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4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250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SQLite for PostgreSQL later by changing one connection string — the ORM code stays identical.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18: Databases — SQLModel + SQLite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PRE-EMPT THE BUGS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mistakes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9280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Forgetting commit()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are staged, never saved. If data 'disappears', check this first.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586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57036" y="189280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5703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6910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Forgetting refresh()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361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returned object has id=None — the DB assigned one, you never loaded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427024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'no such table'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467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create_all was never called. Run it at startup.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586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57036" y="427024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5703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6910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global session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361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bugs. Use the per-request dependency.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18: Databases — SQLModel + SQLite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 is permanent now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ORM: tables as classes — SQLModel is Pydantic + SQLAlchemy.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once; a session per request via Depends(get_session).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→ commit → refresh; get() for one, select() for many.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restart test passes: your API finally keeps its data.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1874520"/>
            <a:ext cx="4583887" cy="3246120"/>
          </a:xfrm>
          <a:prstGeom prst="roundRect">
            <a:avLst>
              <a:gd name="adj" fmla="val 2817"/>
            </a:avLst>
          </a:prstGeom>
          <a:solidFill>
            <a:srgbClr val="0A455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2450592"/>
            <a:ext cx="4035247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table + create/read; verify the restart test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one / PATCH / DELETE with 404s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BookCreate / BookPublic API models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filter with select().where() query params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56235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→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— Async &amp; Dependencies</a:t>
            </a:r>
            <a:pPr indent="0" marL="0">
              <a:buNone/>
            </a:pPr>
            <a:r>
              <a:rPr lang="en-US" sz="15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what Depends() really is, and when async def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18: Databases — SQLModel + SQLite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18 — Databases — SQLModel + SQLite</dc:title>
  <dc:subject>PptxGenJS Presentation</dc:subject>
  <dc:creator>Agentic AI — Batch 5</dc:creator>
  <cp:lastModifiedBy>Agentic AI — Batch 5</cp:lastModifiedBy>
  <cp:revision>1</cp:revision>
  <dcterms:created xsi:type="dcterms:W3CDTF">2026-07-19T00:34:31Z</dcterms:created>
  <dcterms:modified xsi:type="dcterms:W3CDTF">2026-07-19T00:34:31Z</dcterms:modified>
</cp:coreProperties>
</file>