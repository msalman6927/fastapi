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Revision + Task Manager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capstone: a structured, authenticated, database-backed API — built live.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days of FastAPI — today it becomes ONE product.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build: watch, type along, test at every step.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portfolio project AND your capstone template.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new theory. More assembly.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every concept from Days 11–21 in context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443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89504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Task Manager package live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8561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730752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per-user data isolation with JWT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6268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572000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 working, committed, tested API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22: FastAPI Revision + Task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ON ONE SLIDE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 found its home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5669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 in the Task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API's verbs, routes and status codes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TaskCreate / TaskPublic / RegisterIn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+ params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routers, /tasks/{id}, filters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Bodies + 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in, response_model out, 404/409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+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SQLModel tables, sessions,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 + 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get_session, get_current_user (JWT)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+ .env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package layout + secrets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22: FastAPI Revision + Task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Manager, assembled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1686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01686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+ database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from .env; engine; get_session dependency; create_all at startup.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57068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04540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9298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298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2556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+ 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0844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Task tables; In/Out models; bcrypt hashing; JWT create/verify.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4680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2152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76909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76909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168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routes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8456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 (hash, 409 on duplicates) and /login (verify, issue token).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32291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79763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14521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4521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7779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router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26067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CRUD: every query filtered by the JWT user. Correct codes throughout.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slice, test it in /docs, then the next. Never write everything before testing anything.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22: FastAPI Revision + Task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HEART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isolation — the pattern that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434840"/>
          </a:xfrm>
          <a:prstGeom prst="roundRect">
            <a:avLst>
              <a:gd name="adj" fmla="val 18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ROUTERS/TASKS.PY (CORE)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@router.get('/',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response_model=list[TaskPublic])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list_tasks(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user: User =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Depends(get_current_user),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session: Session =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Depends(get_session)):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session.exec(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select(Task).where(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Task.user_id == user.id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)).all()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found OR not yours -&gt; 404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_owned(task_id, user, session):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task = session.get(Task, task_id)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not task or (task.user_id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!= user.id):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raise HTTPException(404, ...)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task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scoped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user_id == current user. Users never see others' data.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yours → 404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don't reveal that someone else's task exists.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that sells it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register two users; prove A cannot read B's tasks.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preview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exact pattern guards documents in the final project.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22: FastAPI Revision + Task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checks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flow works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Authorize → create → list → patch → delete, all in /docs.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verified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user sees an empty task list — not user A's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server, start again — tasks still there (Day 18).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hygiene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ignored, .env.example committed, README with run steps.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22: FastAPI Revision + Task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complete — you build backends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persistent, structured REST API — the backbone of any product.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CRUD, database, dependencies and config, all working together.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your template for the capstone's backend.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API learns to THINK.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Extend: priorities (1–5, validated) + due dates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?done= and ?q= search, scoped to the user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/tasks/stats before the dynamic route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README — this goes in your portfolio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LangGraph &amp; AI Agents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Day 23: your first LLM call with Gemini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22: FastAPI Revision + Task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22 — FastAPI Revision + Task Manager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